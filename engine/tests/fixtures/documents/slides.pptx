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7f821427844e50" /><Relationship Type="http://schemas.openxmlformats.org/officeDocument/2006/relationships/extended-properties" Target="/docProps/app.xml" Id="Rea94c42ab92d434c" /><Relationship Type="http://schemas.openxmlformats.org/officeDocument/2006/relationships/officeDocument" Target="/ppt/presentation.xml" Id="R0a338f6b6fb149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3cb1e161b44e2"/>
  </p:sldMasterIdLst>
  <p:notesMasterIdLst>
    <p:notesMasterId xmlns:r="http://schemas.openxmlformats.org/officeDocument/2006/relationships" r:id="Rd7b6d8c599e0406a"/>
  </p:notesMasterIdLst>
  <p:sldIdLst>
    <p:sldId xmlns:r="http://schemas.openxmlformats.org/officeDocument/2006/relationships" id="256" r:id="R5be6dc072eae4713"/>
    <p:sldId xmlns:r="http://schemas.openxmlformats.org/officeDocument/2006/relationships" id="257" r:id="R6772971fa9d246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c678859a8473a" /><Relationship Type="http://schemas.openxmlformats.org/officeDocument/2006/relationships/slideMaster" Target="/ppt/slideMasters/slideMaster1.xml" Id="Rddb3cb1e161b44e2" /><Relationship Type="http://schemas.openxmlformats.org/officeDocument/2006/relationships/notesMaster" Target="/ppt/notesMasters/notesMaster1.xml" Id="Rd7b6d8c599e0406a" /><Relationship Type="http://schemas.openxmlformats.org/officeDocument/2006/relationships/presProps" Target="/ppt/presProps.xml" Id="Re83d1bc78a2b42f8" /><Relationship Type="http://schemas.openxmlformats.org/officeDocument/2006/relationships/tableStyles" Target="/ppt/tableStyles.xml" Id="Rf5cf728b88d44572" /><Relationship Type="http://schemas.openxmlformats.org/officeDocument/2006/relationships/slide" Target="/ppt/slides/slide1.xml" Id="R5be6dc072eae4713" /><Relationship Type="http://schemas.openxmlformats.org/officeDocument/2006/relationships/slide" Target="/ppt/slides/slide2.xml" Id="R6772971fa9d2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c4129e7531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7d83c874034ce7" /><Relationship Type="http://schemas.openxmlformats.org/officeDocument/2006/relationships/notesMaster" Target="/ppt/notesMasters/notesMaster1.xml" Id="R87bfa89eee3d42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2c68639eed4e96" /><Relationship Type="http://schemas.openxmlformats.org/officeDocument/2006/relationships/notesMaster" Target="/ppt/notesMasters/notesMaster1.xml" Id="Rac3caa0eb513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Fixture purpose: verify title extraction and speaker-note preservation.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OKF Brain local deterministic test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Verify that MarkItDown includes this note in the converted output.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Built-in presentation icon, local runtime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3c706c1fa46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f7a0bfb9c4e73" /><Relationship Type="http://schemas.openxmlformats.org/officeDocument/2006/relationships/slideLayout" Target="/ppt/slideLayouts/slideLayout1.xml" Id="R1db4a3e7690c4e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4a3e7690c4e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285b5406549cb" /><Relationship Type="http://schemas.openxmlformats.org/officeDocument/2006/relationships/notesSlide" Target="/ppt/notesSlides/notesSlide1.xml" Id="Rd96ae39f63c74c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7675afeab476d" /><Relationship Type="http://schemas.openxmlformats.org/officeDocument/2006/relationships/image" Target="/ppt/media/image.png" Id="Re97560821a164377" /><Relationship Type="http://schemas.openxmlformats.org/officeDocument/2006/relationships/notesSlide" Target="/ppt/notesSlides/notesSlide2.xml" Id="R5dab93d1edec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B9AF4D5-B5E3-4C38-8D50-28D96B69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OKF BRAIN TEST FIXTURE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3E7160F-CC40-4316-9614-F270EA82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952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PowerPoint conversion</a:t>
            </a:r>
          </a:p>
          <a:p xmlns:a="http://schemas.openxmlformats.org/drawingml/2006/main">
            <a:pPr>
              <a:defRPr sz="4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keeps useful structure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FE608FF-1E55-4552-85A7-5544F53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33333"/>
                </a:solidFill>
                <a:latin typeface="Arial"/>
                <a:ea typeface="Arial"/>
                <a:cs typeface="Arial"/>
              </a:rPr>
              <a:t>Title, bullets, speaker notes, and one embedded raster image.</a:t>
            </a:r>
          </a:p>
        </p:txBody>
      </p:sp>
    </p:spTree>
    <p:extLst>
      <p:ext uri="{BB962C8B-B14F-4D97-AF65-F5344CB8AC3E}">
        <p14:creationId xmlns:p14="http://schemas.microsoft.com/office/powerpoint/2010/main" val="1081424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3A8F8ABD-97C7-4E8E-AE23-59A0C342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complete import preserves four signals</a:t>
            </a:r>
          </a:p>
        </p:txBody>
      </p:sp>
      <p:sp>
        <p:nvSpPr>
          <p:cNvPr id="2" name="content-bullets">
            <a:extLst xmlns:a="http://schemas.openxmlformats.org/drawingml/2006/main">
              <a:ext uri="{FF2B5EF4-FFF2-40B4-BE49-F238E27FC236}">
                <a16:creationId xmlns:a16="http://schemas.microsoft.com/office/drawing/2014/main" id="{4F62F378-ACA4-414C-8D1F-832D9FF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5334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Slide titles and reading order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Separate bullet items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Speaker notes for context</a:t>
            </a:r>
          </a:p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Embedded image assets</a:t>
            </a:r>
          </a:p>
        </p:txBody>
      </p:sp>
      <p:sp>
        <p:nvSpPr>
          <p:cNvPr id="3" name="image-panel">
            <a:extLst xmlns:a="http://schemas.openxmlformats.org/drawingml/2006/main">
              <a:ext uri="{FF2B5EF4-FFF2-40B4-BE49-F238E27FC236}">
                <a16:creationId xmlns:a16="http://schemas.microsoft.com/office/drawing/2014/main" id="{BB70E88A-A98C-4EB8-AAC9-9FE2A6B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560821a164377"/>
          <a:stretch xmlns:a="http://schemas.openxmlformats.org/drawingml/2006/main"/>
        </p:blipFill>
        <p:spPr>
          <a:xfrm xmlns:a="http://schemas.openxmlformats.org/drawingml/2006/main">
            <a:off x="8172450" y="2667000"/>
            <a:ext cx="1752600" cy="1752600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72D733-B366-46C0-BEEA-E5A18E25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9029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2026-08-16T20:08:18.2260000Z</dcterms:created>
  <dcterms:modified xsi:type="dcterms:W3CDTF">2026-08-16T20:08:18.2260000Z</dcterms:modified>
</coreProperties>
</file>